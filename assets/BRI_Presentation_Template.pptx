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"/>
  </p:notesMasterIdLst>
  <p:sldIdLst>
    <p:sldId id="256" r:id="rId2"/>
    <p:sldId id="264" r:id="rId3"/>
    <p:sldId id="265" r:id="rId4"/>
  </p:sldIdLst>
  <p:sldSz cx="18288000" cy="10287000"/>
  <p:notesSz cx="6858000" cy="9144000"/>
  <p:embeddedFontLst>
    <p:embeddedFont>
      <p:font typeface="Inter" panose="020B0604020202020204" charset="0"/>
      <p:regular r:id="rId6"/>
      <p:bold r:id="rId7"/>
      <p:italic r:id="rId8"/>
      <p:boldItalic r:id="rId9"/>
    </p:embeddedFont>
    <p:embeddedFont>
      <p:font typeface="Inter Bold" panose="020B0604020202020204" charset="0"/>
      <p:regular r:id="rId10"/>
      <p:bold r:id="rId11"/>
    </p:embeddedFont>
    <p:embeddedFont>
      <p:font typeface="Inter Semi-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1" autoAdjust="0"/>
    <p:restoredTop sz="94622" autoAdjust="0"/>
  </p:normalViewPr>
  <p:slideViewPr>
    <p:cSldViewPr>
      <p:cViewPr varScale="1">
        <p:scale>
          <a:sx n="37" d="100"/>
          <a:sy n="37" d="100"/>
        </p:scale>
        <p:origin x="117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Naufal Raputra" userId="823ade90-b393-44f0-b391-613c953de28e" providerId="ADAL" clId="{DD8D7D0D-298D-4B05-9539-22AEA2E7C492}"/>
    <pc:docChg chg="undo redo custSel addSld delSld modSld">
      <pc:chgData name="Muhammad Naufal Raputra" userId="823ade90-b393-44f0-b391-613c953de28e" providerId="ADAL" clId="{DD8D7D0D-298D-4B05-9539-22AEA2E7C492}" dt="2025-12-29T01:42:56.329" v="164" actId="207"/>
      <pc:docMkLst>
        <pc:docMk/>
      </pc:docMkLst>
      <pc:sldChg chg="modSp mod">
        <pc:chgData name="Muhammad Naufal Raputra" userId="823ade90-b393-44f0-b391-613c953de28e" providerId="ADAL" clId="{DD8D7D0D-298D-4B05-9539-22AEA2E7C492}" dt="2025-12-24T07:09:06.811" v="51" actId="20577"/>
        <pc:sldMkLst>
          <pc:docMk/>
          <pc:sldMk cId="0" sldId="260"/>
        </pc:sldMkLst>
        <pc:spChg chg="mod">
          <ac:chgData name="Muhammad Naufal Raputra" userId="823ade90-b393-44f0-b391-613c953de28e" providerId="ADAL" clId="{DD8D7D0D-298D-4B05-9539-22AEA2E7C492}" dt="2025-12-24T07:08:56.875" v="36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Muhammad Naufal Raputra" userId="823ade90-b393-44f0-b391-613c953de28e" providerId="ADAL" clId="{DD8D7D0D-298D-4B05-9539-22AEA2E7C492}" dt="2025-12-24T07:09:06.811" v="51" actId="20577"/>
          <ac:spMkLst>
            <pc:docMk/>
            <pc:sldMk cId="0" sldId="260"/>
            <ac:spMk id="14" creationId="{00000000-0000-0000-0000-000000000000}"/>
          </ac:spMkLst>
        </pc:spChg>
      </pc:sldChg>
      <pc:sldChg chg="modSp mod">
        <pc:chgData name="Muhammad Naufal Raputra" userId="823ade90-b393-44f0-b391-613c953de28e" providerId="ADAL" clId="{DD8D7D0D-298D-4B05-9539-22AEA2E7C492}" dt="2025-12-29T01:40:35.414" v="163" actId="1037"/>
        <pc:sldMkLst>
          <pc:docMk/>
          <pc:sldMk cId="0" sldId="263"/>
        </pc:sldMkLst>
        <pc:grpChg chg="mod">
          <ac:chgData name="Muhammad Naufal Raputra" userId="823ade90-b393-44f0-b391-613c953de28e" providerId="ADAL" clId="{DD8D7D0D-298D-4B05-9539-22AEA2E7C492}" dt="2025-12-29T01:40:35.414" v="163" actId="1037"/>
          <ac:grpSpMkLst>
            <pc:docMk/>
            <pc:sldMk cId="0" sldId="263"/>
            <ac:grpSpMk id="19" creationId="{00000000-0000-0000-0000-000000000000}"/>
          </ac:grpSpMkLst>
        </pc:grpChg>
        <pc:picChg chg="mod modCrop">
          <ac:chgData name="Muhammad Naufal Raputra" userId="823ade90-b393-44f0-b391-613c953de28e" providerId="ADAL" clId="{DD8D7D0D-298D-4B05-9539-22AEA2E7C492}" dt="2025-12-29T01:40:17.450" v="150" actId="18131"/>
          <ac:picMkLst>
            <pc:docMk/>
            <pc:sldMk cId="0" sldId="263"/>
            <ac:picMk id="26" creationId="{C0C587E9-AE27-3014-04B7-42100CB89014}"/>
          </ac:picMkLst>
        </pc:picChg>
      </pc:sldChg>
      <pc:sldChg chg="addSp delSp modSp mod setBg">
        <pc:chgData name="Muhammad Naufal Raputra" userId="823ade90-b393-44f0-b391-613c953de28e" providerId="ADAL" clId="{DD8D7D0D-298D-4B05-9539-22AEA2E7C492}" dt="2025-12-24T07:17:07.855" v="121" actId="1076"/>
        <pc:sldMkLst>
          <pc:docMk/>
          <pc:sldMk cId="2131072366" sldId="281"/>
        </pc:sldMkLst>
        <pc:spChg chg="add mod">
          <ac:chgData name="Muhammad Naufal Raputra" userId="823ade90-b393-44f0-b391-613c953de28e" providerId="ADAL" clId="{DD8D7D0D-298D-4B05-9539-22AEA2E7C492}" dt="2025-12-24T07:17:07.855" v="121" actId="1076"/>
          <ac:spMkLst>
            <pc:docMk/>
            <pc:sldMk cId="2131072366" sldId="281"/>
            <ac:spMk id="6" creationId="{84EA6847-48F9-A9D7-785E-884B27269E35}"/>
          </ac:spMkLst>
        </pc:spChg>
      </pc:sldChg>
      <pc:sldChg chg="addSp delSp modSp mod">
        <pc:chgData name="Muhammad Naufal Raputra" userId="823ade90-b393-44f0-b391-613c953de28e" providerId="ADAL" clId="{DD8D7D0D-298D-4B05-9539-22AEA2E7C492}" dt="2025-12-29T01:42:56.329" v="164" actId="207"/>
        <pc:sldMkLst>
          <pc:docMk/>
          <pc:sldMk cId="2503033576" sldId="288"/>
        </pc:sldMkLst>
        <pc:spChg chg="mod topLvl">
          <ac:chgData name="Muhammad Naufal Raputra" userId="823ade90-b393-44f0-b391-613c953de28e" providerId="ADAL" clId="{DD8D7D0D-298D-4B05-9539-22AEA2E7C492}" dt="2025-12-24T07:17:11.723" v="123" actId="165"/>
          <ac:spMkLst>
            <pc:docMk/>
            <pc:sldMk cId="2503033576" sldId="288"/>
            <ac:spMk id="5" creationId="{15874B06-945D-52FB-1E2E-7DA894528F9E}"/>
          </ac:spMkLst>
        </pc:spChg>
        <pc:spChg chg="mod topLvl">
          <ac:chgData name="Muhammad Naufal Raputra" userId="823ade90-b393-44f0-b391-613c953de28e" providerId="ADAL" clId="{DD8D7D0D-298D-4B05-9539-22AEA2E7C492}" dt="2025-12-24T07:17:08.308" v="122" actId="165"/>
          <ac:spMkLst>
            <pc:docMk/>
            <pc:sldMk cId="2503033576" sldId="288"/>
            <ac:spMk id="6" creationId="{3E591A37-17AD-C421-7A3B-1CE438494B80}"/>
          </ac:spMkLst>
        </pc:spChg>
        <pc:spChg chg="mod topLvl">
          <ac:chgData name="Muhammad Naufal Raputra" userId="823ade90-b393-44f0-b391-613c953de28e" providerId="ADAL" clId="{DD8D7D0D-298D-4B05-9539-22AEA2E7C492}" dt="2025-12-24T07:17:11.723" v="123" actId="165"/>
          <ac:spMkLst>
            <pc:docMk/>
            <pc:sldMk cId="2503033576" sldId="288"/>
            <ac:spMk id="22" creationId="{DFBBEC92-D8CB-53D8-1E16-E0D05D43EC1F}"/>
          </ac:spMkLst>
        </pc:spChg>
        <pc:spChg chg="mod topLvl">
          <ac:chgData name="Muhammad Naufal Raputra" userId="823ade90-b393-44f0-b391-613c953de28e" providerId="ADAL" clId="{DD8D7D0D-298D-4B05-9539-22AEA2E7C492}" dt="2025-12-24T07:17:11.723" v="123" actId="165"/>
          <ac:spMkLst>
            <pc:docMk/>
            <pc:sldMk cId="2503033576" sldId="288"/>
            <ac:spMk id="23" creationId="{A24CF935-0D12-6A2A-730C-878C09A54A72}"/>
          </ac:spMkLst>
        </pc:spChg>
        <pc:spChg chg="mod topLvl">
          <ac:chgData name="Muhammad Naufal Raputra" userId="823ade90-b393-44f0-b391-613c953de28e" providerId="ADAL" clId="{DD8D7D0D-298D-4B05-9539-22AEA2E7C492}" dt="2025-12-24T07:17:11.723" v="123" actId="165"/>
          <ac:spMkLst>
            <pc:docMk/>
            <pc:sldMk cId="2503033576" sldId="288"/>
            <ac:spMk id="25" creationId="{7130BA1F-F3F1-1BE8-EEB3-F3F4C1304C8F}"/>
          </ac:spMkLst>
        </pc:spChg>
        <pc:spChg chg="mod topLvl">
          <ac:chgData name="Muhammad Naufal Raputra" userId="823ade90-b393-44f0-b391-613c953de28e" providerId="ADAL" clId="{DD8D7D0D-298D-4B05-9539-22AEA2E7C492}" dt="2025-12-24T07:17:11.723" v="123" actId="165"/>
          <ac:spMkLst>
            <pc:docMk/>
            <pc:sldMk cId="2503033576" sldId="288"/>
            <ac:spMk id="26" creationId="{C5CBE135-9D6A-09A6-E537-47B692EB4BD9}"/>
          </ac:spMkLst>
        </pc:spChg>
        <pc:spChg chg="mod topLvl">
          <ac:chgData name="Muhammad Naufal Raputra" userId="823ade90-b393-44f0-b391-613c953de28e" providerId="ADAL" clId="{DD8D7D0D-298D-4B05-9539-22AEA2E7C492}" dt="2025-12-24T07:17:11.723" v="123" actId="165"/>
          <ac:spMkLst>
            <pc:docMk/>
            <pc:sldMk cId="2503033576" sldId="288"/>
            <ac:spMk id="27" creationId="{9590BDF1-A5AE-0D88-9DEF-EE730CA03DAF}"/>
          </ac:spMkLst>
        </pc:spChg>
        <pc:spChg chg="mod topLvl">
          <ac:chgData name="Muhammad Naufal Raputra" userId="823ade90-b393-44f0-b391-613c953de28e" providerId="ADAL" clId="{DD8D7D0D-298D-4B05-9539-22AEA2E7C492}" dt="2025-12-24T07:17:11.723" v="123" actId="165"/>
          <ac:spMkLst>
            <pc:docMk/>
            <pc:sldMk cId="2503033576" sldId="288"/>
            <ac:spMk id="28" creationId="{F65E923C-122E-6444-F021-DB364F026BF1}"/>
          </ac:spMkLst>
        </pc:spChg>
        <pc:spChg chg="mod topLvl">
          <ac:chgData name="Muhammad Naufal Raputra" userId="823ade90-b393-44f0-b391-613c953de28e" providerId="ADAL" clId="{DD8D7D0D-298D-4B05-9539-22AEA2E7C492}" dt="2025-12-24T07:17:11.723" v="123" actId="165"/>
          <ac:spMkLst>
            <pc:docMk/>
            <pc:sldMk cId="2503033576" sldId="288"/>
            <ac:spMk id="35" creationId="{5003DDDB-1AB8-F9FC-5099-51170112F008}"/>
          </ac:spMkLst>
        </pc:spChg>
        <pc:spChg chg="mod topLvl">
          <ac:chgData name="Muhammad Naufal Raputra" userId="823ade90-b393-44f0-b391-613c953de28e" providerId="ADAL" clId="{DD8D7D0D-298D-4B05-9539-22AEA2E7C492}" dt="2025-12-24T07:17:11.723" v="123" actId="165"/>
          <ac:spMkLst>
            <pc:docMk/>
            <pc:sldMk cId="2503033576" sldId="288"/>
            <ac:spMk id="36" creationId="{50E49486-9F93-7CF3-3A57-19B41190FF75}"/>
          </ac:spMkLst>
        </pc:spChg>
        <pc:spChg chg="mod topLvl">
          <ac:chgData name="Muhammad Naufal Raputra" userId="823ade90-b393-44f0-b391-613c953de28e" providerId="ADAL" clId="{DD8D7D0D-298D-4B05-9539-22AEA2E7C492}" dt="2025-12-24T07:17:11.723" v="123" actId="165"/>
          <ac:spMkLst>
            <pc:docMk/>
            <pc:sldMk cId="2503033576" sldId="288"/>
            <ac:spMk id="37" creationId="{8C8112DD-BDEB-5C02-527B-F348C9E56D21}"/>
          </ac:spMkLst>
        </pc:spChg>
        <pc:picChg chg="mod">
          <ac:chgData name="Muhammad Naufal Raputra" userId="823ade90-b393-44f0-b391-613c953de28e" providerId="ADAL" clId="{DD8D7D0D-298D-4B05-9539-22AEA2E7C492}" dt="2025-12-24T07:17:26.468" v="131" actId="207"/>
          <ac:picMkLst>
            <pc:docMk/>
            <pc:sldMk cId="2503033576" sldId="288"/>
            <ac:picMk id="9" creationId="{8484F91F-456A-96A0-D4A9-2DB2EA0E2F03}"/>
          </ac:picMkLst>
        </pc:picChg>
        <pc:picChg chg="mod">
          <ac:chgData name="Muhammad Naufal Raputra" userId="823ade90-b393-44f0-b391-613c953de28e" providerId="ADAL" clId="{DD8D7D0D-298D-4B05-9539-22AEA2E7C492}" dt="2025-12-24T07:17:34.190" v="133" actId="1076"/>
          <ac:picMkLst>
            <pc:docMk/>
            <pc:sldMk cId="2503033576" sldId="288"/>
            <ac:picMk id="10" creationId="{E356669E-B75C-D8FF-0F0E-A474DEDF1D77}"/>
          </ac:picMkLst>
        </pc:picChg>
        <pc:picChg chg="mod">
          <ac:chgData name="Muhammad Naufal Raputra" userId="823ade90-b393-44f0-b391-613c953de28e" providerId="ADAL" clId="{DD8D7D0D-298D-4B05-9539-22AEA2E7C492}" dt="2025-12-24T07:17:14.243" v="125" actId="1076"/>
          <ac:picMkLst>
            <pc:docMk/>
            <pc:sldMk cId="2503033576" sldId="288"/>
            <ac:picMk id="11" creationId="{40B8B88A-A97D-7131-6B7D-21ECFA17B19C}"/>
          </ac:picMkLst>
        </pc:picChg>
        <pc:picChg chg="mod">
          <ac:chgData name="Muhammad Naufal Raputra" userId="823ade90-b393-44f0-b391-613c953de28e" providerId="ADAL" clId="{DD8D7D0D-298D-4B05-9539-22AEA2E7C492}" dt="2025-12-24T07:17:15.641" v="127" actId="1076"/>
          <ac:picMkLst>
            <pc:docMk/>
            <pc:sldMk cId="2503033576" sldId="288"/>
            <ac:picMk id="13" creationId="{FBC8E7C9-1C09-C66D-4086-63222F751809}"/>
          </ac:picMkLst>
        </pc:picChg>
        <pc:picChg chg="mod">
          <ac:chgData name="Muhammad Naufal Raputra" userId="823ade90-b393-44f0-b391-613c953de28e" providerId="ADAL" clId="{DD8D7D0D-298D-4B05-9539-22AEA2E7C492}" dt="2025-12-24T07:17:22.649" v="130" actId="207"/>
          <ac:picMkLst>
            <pc:docMk/>
            <pc:sldMk cId="2503033576" sldId="288"/>
            <ac:picMk id="14" creationId="{669B9AF3-4FFE-FBA4-1385-A83A7F5A42E0}"/>
          </ac:picMkLst>
        </pc:picChg>
        <pc:picChg chg="mod">
          <ac:chgData name="Muhammad Naufal Raputra" userId="823ade90-b393-44f0-b391-613c953de28e" providerId="ADAL" clId="{DD8D7D0D-298D-4B05-9539-22AEA2E7C492}" dt="2025-12-29T01:42:56.329" v="164" actId="207"/>
          <ac:picMkLst>
            <pc:docMk/>
            <pc:sldMk cId="2503033576" sldId="288"/>
            <ac:picMk id="19" creationId="{0F6FFDDC-4A35-F27A-32BF-60A729ED4DCE}"/>
          </ac:picMkLst>
        </pc:picChg>
      </pc:sldChg>
      <pc:sldChg chg="add">
        <pc:chgData name="Muhammad Naufal Raputra" userId="823ade90-b393-44f0-b391-613c953de28e" providerId="ADAL" clId="{DD8D7D0D-298D-4B05-9539-22AEA2E7C492}" dt="2025-12-24T07:14:35.279" v="56"/>
        <pc:sldMkLst>
          <pc:docMk/>
          <pc:sldMk cId="2482600156" sldId="290"/>
        </pc:sldMkLst>
      </pc:sldChg>
      <pc:sldChg chg="new del">
        <pc:chgData name="Muhammad Naufal Raputra" userId="823ade90-b393-44f0-b391-613c953de28e" providerId="ADAL" clId="{DD8D7D0D-298D-4B05-9539-22AEA2E7C492}" dt="2025-12-24T07:03:09.548" v="1" actId="680"/>
        <pc:sldMkLst>
          <pc:docMk/>
          <pc:sldMk cId="3014007297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A3539-369A-4EF5-A64B-548ABBAD6CC7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24253-A1FF-4A01-9CF5-31FA243B0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5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A2487-DAF4-4F7D-8359-9BD4DE8ECD8D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3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B6019-212F-46B7-A9FA-5BF03ADECF74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296E-FE67-4C86-8103-55C523F37023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8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8ADDE-0625-47F2-AEB5-1BE724B438BF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24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19D5-5852-49F8-9A51-CA530BF98889}" type="datetime1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8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CDE8B-7DC5-41F8-B02F-7E2DD1DA17E1}" type="datetime1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6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3A102-EF7A-4E74-BB13-B31D19FCB4E2}" type="datetime1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6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8D8A-3655-42E0-9D18-963BA85FB68E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0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FB6B-DEAA-4602-AF90-5D8B90BE9D85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36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A0A9B-BA4C-496E-A3F5-569951151229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8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CE66-39D4-4100-950E-EDA5717A46EC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8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52F49-3166-4436-A0FD-1135A96504EC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3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7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931" y="475931"/>
            <a:ext cx="17336138" cy="9335138"/>
            <a:chOff x="0" y="0"/>
            <a:chExt cx="4565897" cy="24586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5896" cy="2458637"/>
            </a:xfrm>
            <a:custGeom>
              <a:avLst/>
              <a:gdLst/>
              <a:ahLst/>
              <a:cxnLst/>
              <a:rect l="l" t="t" r="r" b="b"/>
              <a:pathLst>
                <a:path w="4565896" h="2458637">
                  <a:moveTo>
                    <a:pt x="32600" y="0"/>
                  </a:moveTo>
                  <a:lnTo>
                    <a:pt x="4533297" y="0"/>
                  </a:lnTo>
                  <a:cubicBezTo>
                    <a:pt x="4551301" y="0"/>
                    <a:pt x="4565896" y="14596"/>
                    <a:pt x="4565896" y="32600"/>
                  </a:cubicBezTo>
                  <a:lnTo>
                    <a:pt x="4565896" y="2426037"/>
                  </a:lnTo>
                  <a:cubicBezTo>
                    <a:pt x="4565896" y="2444042"/>
                    <a:pt x="4551301" y="2458637"/>
                    <a:pt x="4533297" y="2458637"/>
                  </a:cubicBezTo>
                  <a:lnTo>
                    <a:pt x="32600" y="2458637"/>
                  </a:lnTo>
                  <a:cubicBezTo>
                    <a:pt x="14596" y="2458637"/>
                    <a:pt x="0" y="2444042"/>
                    <a:pt x="0" y="2426037"/>
                  </a:cubicBezTo>
                  <a:lnTo>
                    <a:pt x="0" y="32600"/>
                  </a:lnTo>
                  <a:cubicBezTo>
                    <a:pt x="0" y="14596"/>
                    <a:pt x="14596" y="0"/>
                    <a:pt x="32600" y="0"/>
                  </a:cubicBezTo>
                  <a:close/>
                </a:path>
              </a:pathLst>
            </a:custGeom>
            <a:solidFill>
              <a:srgbClr val="FFFFFF"/>
            </a:solidFill>
            <a:ln w="171450" cap="rnd">
              <a:solidFill>
                <a:srgbClr val="71C4E7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5897" cy="2496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49900" y="8256832"/>
            <a:ext cx="6495014" cy="432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dirty="0">
                <a:solidFill>
                  <a:srgbClr val="0857C3"/>
                </a:solidFill>
                <a:latin typeface="Inter"/>
                <a:ea typeface="Inter"/>
                <a:cs typeface="Inter"/>
                <a:sym typeface="Inter"/>
              </a:rPr>
              <a:t>Micro Risk Management Group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9900" y="7715485"/>
            <a:ext cx="4756684" cy="432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dirty="0">
                <a:solidFill>
                  <a:srgbClr val="0857C3"/>
                </a:solidFill>
                <a:latin typeface="Inter"/>
                <a:ea typeface="Inter"/>
                <a:cs typeface="Inter"/>
                <a:sym typeface="Inter"/>
              </a:rPr>
              <a:t>Juni 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9900" y="6544361"/>
            <a:ext cx="10880863" cy="50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5"/>
              </a:lnSpc>
            </a:pPr>
            <a:r>
              <a:rPr lang="en-US" sz="2975" dirty="0">
                <a:solidFill>
                  <a:srgbClr val="0857C3"/>
                </a:solidFill>
                <a:latin typeface="Inter"/>
                <a:ea typeface="Inter"/>
                <a:cs typeface="Inter"/>
                <a:sym typeface="Inter"/>
              </a:rPr>
              <a:t>Add a subtitle or the company tagline here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7459" y="3345491"/>
            <a:ext cx="10904255" cy="3065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30"/>
              </a:lnSpc>
            </a:pPr>
            <a:r>
              <a:rPr lang="en-US" sz="11598" b="1" dirty="0">
                <a:solidFill>
                  <a:srgbClr val="0857C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Presentation</a:t>
            </a:r>
          </a:p>
          <a:p>
            <a:pPr algn="l">
              <a:lnSpc>
                <a:spcPts val="11830"/>
              </a:lnSpc>
            </a:pPr>
            <a:r>
              <a:rPr lang="en-US" sz="11598" b="1" dirty="0">
                <a:solidFill>
                  <a:srgbClr val="0857C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Title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ACA51F-0D7D-602E-4804-8D583D69618E}"/>
              </a:ext>
            </a:extLst>
          </p:cNvPr>
          <p:cNvGrpSpPr/>
          <p:nvPr/>
        </p:nvGrpSpPr>
        <p:grpSpPr>
          <a:xfrm>
            <a:off x="761998" y="374338"/>
            <a:ext cx="16764000" cy="1644962"/>
            <a:chOff x="762000" y="342900"/>
            <a:chExt cx="19887186" cy="1951425"/>
          </a:xfrm>
        </p:grpSpPr>
        <p:sp>
          <p:nvSpPr>
            <p:cNvPr id="6" name="Freeform 6"/>
            <p:cNvSpPr/>
            <p:nvPr/>
          </p:nvSpPr>
          <p:spPr>
            <a:xfrm>
              <a:off x="18356054" y="876300"/>
              <a:ext cx="2293132" cy="1105476"/>
            </a:xfrm>
            <a:custGeom>
              <a:avLst/>
              <a:gdLst/>
              <a:ahLst/>
              <a:cxnLst/>
              <a:rect l="l" t="t" r="r" b="b"/>
              <a:pathLst>
                <a:path w="2293134" h="1105476">
                  <a:moveTo>
                    <a:pt x="0" y="0"/>
                  </a:moveTo>
                  <a:lnTo>
                    <a:pt x="2293134" y="0"/>
                  </a:lnTo>
                  <a:lnTo>
                    <a:pt x="2293134" y="1105476"/>
                  </a:lnTo>
                  <a:lnTo>
                    <a:pt x="0" y="1105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171" t="-61047" r="-45171" b="-61047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76A80AE-D6D4-1C67-80C0-269E68D71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342900"/>
              <a:ext cx="3469198" cy="1951425"/>
            </a:xfrm>
            <a:prstGeom prst="rect">
              <a:avLst/>
            </a:prstGeom>
          </p:spPr>
        </p:pic>
      </p:grpSp>
      <p:sp>
        <p:nvSpPr>
          <p:cNvPr id="15" name="Freeform 11">
            <a:extLst>
              <a:ext uri="{FF2B5EF4-FFF2-40B4-BE49-F238E27FC236}">
                <a16:creationId xmlns:a16="http://schemas.microsoft.com/office/drawing/2014/main" id="{BD12CD8A-B410-7373-4749-4778D2F897AA}"/>
              </a:ext>
            </a:extLst>
          </p:cNvPr>
          <p:cNvSpPr/>
          <p:nvPr/>
        </p:nvSpPr>
        <p:spPr>
          <a:xfrm>
            <a:off x="11132155" y="549756"/>
            <a:ext cx="5098445" cy="9165744"/>
          </a:xfrm>
          <a:custGeom>
            <a:avLst/>
            <a:gdLst/>
            <a:ahLst/>
            <a:cxnLst/>
            <a:rect l="l" t="t" r="r" b="b"/>
            <a:pathLst>
              <a:path w="5098445" h="9165744">
                <a:moveTo>
                  <a:pt x="0" y="0"/>
                </a:moveTo>
                <a:lnTo>
                  <a:pt x="5098445" y="0"/>
                </a:lnTo>
                <a:lnTo>
                  <a:pt x="5098445" y="9165744"/>
                </a:lnTo>
                <a:lnTo>
                  <a:pt x="0" y="91657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7CCD52-F6B4-7B18-B887-B276C97B1249}"/>
              </a:ext>
            </a:extLst>
          </p:cNvPr>
          <p:cNvSpPr txBox="1"/>
          <p:nvPr/>
        </p:nvSpPr>
        <p:spPr>
          <a:xfrm>
            <a:off x="17373600" y="9278364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A068656-7F57-4BF5-868B-B3B588B9A888}" type="slidenum">
              <a:rPr lang="en-US" b="1" smtClean="0">
                <a:latin typeface="Inter" panose="02000503000000020004" pitchFamily="2" charset="0"/>
                <a:ea typeface="Inter" panose="02000503000000020004" pitchFamily="2" charset="0"/>
              </a:rPr>
              <a:t>1</a:t>
            </a:fld>
            <a:endParaRPr lang="en-US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946442" y="1333500"/>
            <a:ext cx="1002635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10"/>
              </a:lnSpc>
            </a:pPr>
            <a:r>
              <a:rPr lang="en-US" sz="7510" b="1" spc="-150" dirty="0">
                <a:solidFill>
                  <a:srgbClr val="0857C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Lorem ipsum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0438366-4F25-2FF5-3CEC-AD07F151C219}"/>
              </a:ext>
            </a:extLst>
          </p:cNvPr>
          <p:cNvSpPr/>
          <p:nvPr/>
        </p:nvSpPr>
        <p:spPr>
          <a:xfrm>
            <a:off x="16423733" y="305291"/>
            <a:ext cx="1430575" cy="711529"/>
          </a:xfrm>
          <a:custGeom>
            <a:avLst/>
            <a:gdLst/>
            <a:ahLst/>
            <a:cxnLst/>
            <a:rect l="l" t="t" r="r" b="b"/>
            <a:pathLst>
              <a:path w="1430575" h="711529">
                <a:moveTo>
                  <a:pt x="0" y="0"/>
                </a:moveTo>
                <a:lnTo>
                  <a:pt x="1430575" y="0"/>
                </a:lnTo>
                <a:lnTo>
                  <a:pt x="1430575" y="711528"/>
                </a:lnTo>
                <a:lnTo>
                  <a:pt x="0" y="711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231" t="-59150" r="-49783" b="-62530"/>
            </a:stretch>
          </a:blipFill>
        </p:spPr>
        <p:txBody>
          <a:bodyPr/>
          <a:lstStyle/>
          <a:p>
            <a:endParaRPr lang="en-ID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BF42056-6418-8608-C3E8-9233E3B23D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16" b="26196"/>
          <a:stretch>
            <a:fillRect/>
          </a:stretch>
        </p:blipFill>
        <p:spPr>
          <a:xfrm>
            <a:off x="304800" y="342900"/>
            <a:ext cx="2245267" cy="58206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34AF2A-E899-31B5-E59A-BEC6233A29FD}"/>
              </a:ext>
            </a:extLst>
          </p:cNvPr>
          <p:cNvSpPr txBox="1"/>
          <p:nvPr/>
        </p:nvSpPr>
        <p:spPr>
          <a:xfrm>
            <a:off x="17297400" y="926996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A068656-7F57-4BF5-868B-B3B588B9A888}" type="slidenum">
              <a:rPr lang="en-US" b="1" smtClean="0">
                <a:latin typeface="Inter" panose="02000503000000020004" pitchFamily="2" charset="0"/>
                <a:ea typeface="Inter" panose="02000503000000020004" pitchFamily="2" charset="0"/>
              </a:rPr>
              <a:t>2</a:t>
            </a:fld>
            <a:endParaRPr lang="en-US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7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931" y="475931"/>
            <a:ext cx="17336138" cy="9335138"/>
            <a:chOff x="0" y="0"/>
            <a:chExt cx="4565897" cy="24586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5896" cy="2458637"/>
            </a:xfrm>
            <a:custGeom>
              <a:avLst/>
              <a:gdLst/>
              <a:ahLst/>
              <a:cxnLst/>
              <a:rect l="l" t="t" r="r" b="b"/>
              <a:pathLst>
                <a:path w="4565896" h="2458637">
                  <a:moveTo>
                    <a:pt x="32600" y="0"/>
                  </a:moveTo>
                  <a:lnTo>
                    <a:pt x="4533297" y="0"/>
                  </a:lnTo>
                  <a:cubicBezTo>
                    <a:pt x="4551301" y="0"/>
                    <a:pt x="4565896" y="14596"/>
                    <a:pt x="4565896" y="32600"/>
                  </a:cubicBezTo>
                  <a:lnTo>
                    <a:pt x="4565896" y="2426037"/>
                  </a:lnTo>
                  <a:cubicBezTo>
                    <a:pt x="4565896" y="2444042"/>
                    <a:pt x="4551301" y="2458637"/>
                    <a:pt x="4533297" y="2458637"/>
                  </a:cubicBezTo>
                  <a:lnTo>
                    <a:pt x="32600" y="2458637"/>
                  </a:lnTo>
                  <a:cubicBezTo>
                    <a:pt x="14596" y="2458637"/>
                    <a:pt x="0" y="2444042"/>
                    <a:pt x="0" y="2426037"/>
                  </a:cubicBezTo>
                  <a:lnTo>
                    <a:pt x="0" y="32600"/>
                  </a:lnTo>
                  <a:cubicBezTo>
                    <a:pt x="0" y="14596"/>
                    <a:pt x="14596" y="0"/>
                    <a:pt x="32600" y="0"/>
                  </a:cubicBezTo>
                  <a:close/>
                </a:path>
              </a:pathLst>
            </a:custGeom>
            <a:solidFill>
              <a:srgbClr val="FFFFFF"/>
            </a:solidFill>
            <a:ln w="171450" cap="rnd">
              <a:solidFill>
                <a:srgbClr val="71C4E7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5897" cy="2496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65049" y="2847456"/>
            <a:ext cx="8593677" cy="122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78"/>
              </a:lnSpc>
            </a:pPr>
            <a:r>
              <a:rPr lang="en-US" sz="8398" b="1" dirty="0" err="1">
                <a:solidFill>
                  <a:srgbClr val="0857C3"/>
                </a:solidFill>
                <a:latin typeface="Inter Bold"/>
                <a:ea typeface="Inter Bold"/>
                <a:cs typeface="Inter Bold"/>
                <a:sym typeface="Inter Bold"/>
              </a:rPr>
              <a:t>TerimaKasih</a:t>
            </a:r>
            <a:endParaRPr lang="en-US" sz="8398" b="1" dirty="0">
              <a:solidFill>
                <a:srgbClr val="0857C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9575319" y="549756"/>
            <a:ext cx="5098445" cy="9165744"/>
          </a:xfrm>
          <a:custGeom>
            <a:avLst/>
            <a:gdLst/>
            <a:ahLst/>
            <a:cxnLst/>
            <a:rect l="l" t="t" r="r" b="b"/>
            <a:pathLst>
              <a:path w="5098445" h="9165744">
                <a:moveTo>
                  <a:pt x="0" y="0"/>
                </a:moveTo>
                <a:lnTo>
                  <a:pt x="5098445" y="0"/>
                </a:lnTo>
                <a:lnTo>
                  <a:pt x="5098445" y="9165744"/>
                </a:lnTo>
                <a:lnTo>
                  <a:pt x="0" y="916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EBC04EE-883B-3442-116B-CCA4AC33FF23}"/>
              </a:ext>
            </a:extLst>
          </p:cNvPr>
          <p:cNvGrpSpPr/>
          <p:nvPr/>
        </p:nvGrpSpPr>
        <p:grpSpPr>
          <a:xfrm>
            <a:off x="761998" y="374338"/>
            <a:ext cx="16764000" cy="1644962"/>
            <a:chOff x="762000" y="342900"/>
            <a:chExt cx="19887186" cy="1951425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A101BEC0-D3CB-1AE6-2D57-3CFCF91087DF}"/>
                </a:ext>
              </a:extLst>
            </p:cNvPr>
            <p:cNvSpPr/>
            <p:nvPr/>
          </p:nvSpPr>
          <p:spPr>
            <a:xfrm>
              <a:off x="18356054" y="876300"/>
              <a:ext cx="2293132" cy="1105476"/>
            </a:xfrm>
            <a:custGeom>
              <a:avLst/>
              <a:gdLst/>
              <a:ahLst/>
              <a:cxnLst/>
              <a:rect l="l" t="t" r="r" b="b"/>
              <a:pathLst>
                <a:path w="2293134" h="1105476">
                  <a:moveTo>
                    <a:pt x="0" y="0"/>
                  </a:moveTo>
                  <a:lnTo>
                    <a:pt x="2293134" y="0"/>
                  </a:lnTo>
                  <a:lnTo>
                    <a:pt x="2293134" y="1105476"/>
                  </a:lnTo>
                  <a:lnTo>
                    <a:pt x="0" y="1105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5171" t="-61047" r="-45171" b="-61047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AF2D6E4-DEA8-A96C-BC54-2464EE21C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342900"/>
              <a:ext cx="3469198" cy="1951425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D99EC0C-DBA9-2562-16CD-8199029BC8D5}"/>
              </a:ext>
            </a:extLst>
          </p:cNvPr>
          <p:cNvSpPr txBox="1"/>
          <p:nvPr/>
        </p:nvSpPr>
        <p:spPr>
          <a:xfrm>
            <a:off x="17297400" y="926996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A068656-7F57-4BF5-868B-B3B588B9A888}" type="slidenum">
              <a:rPr lang="en-US" b="1" smtClean="0">
                <a:latin typeface="Inter" panose="02000503000000020004" pitchFamily="2" charset="0"/>
                <a:ea typeface="Inter" panose="02000503000000020004" pitchFamily="2" charset="0"/>
              </a:rPr>
              <a:t>3</a:t>
            </a:fld>
            <a:endParaRPr lang="en-US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I Corporate">
  <a:themeElements>
    <a:clrScheme name="BRI Colour Palette">
      <a:dk1>
        <a:srgbClr val="0857C3"/>
      </a:dk1>
      <a:lt1>
        <a:sysClr val="window" lastClr="FFFFFF"/>
      </a:lt1>
      <a:dk2>
        <a:srgbClr val="0857C3"/>
      </a:dk2>
      <a:lt2>
        <a:srgbClr val="FFFFFF"/>
      </a:lt2>
      <a:accent1>
        <a:srgbClr val="0857C3"/>
      </a:accent1>
      <a:accent2>
        <a:srgbClr val="307FE2"/>
      </a:accent2>
      <a:accent3>
        <a:srgbClr val="71C5E8"/>
      </a:accent3>
      <a:accent4>
        <a:srgbClr val="FFFFFF"/>
      </a:accent4>
      <a:accent5>
        <a:srgbClr val="0B1116"/>
      </a:accent5>
      <a:accent6>
        <a:srgbClr val="CCAD95"/>
      </a:accent6>
      <a:hlink>
        <a:srgbClr val="0857C3"/>
      </a:hlink>
      <a:folHlink>
        <a:srgbClr val="307FE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I Corporate" id="{7A67022A-B38B-485F-8EFB-0440F650E5D0}" vid="{90D3ACA2-7324-4AB6-9B91-77E818D97C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6795979-244b-45d7-b043-ae27e60f46ee}" enabled="0" method="" siteId="{76795979-244b-45d7-b043-ae27e60f46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</TotalTime>
  <Words>22</Words>
  <Application>Microsoft Office PowerPoint</Application>
  <PresentationFormat>Custom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Inter Semi-Bold</vt:lpstr>
      <vt:lpstr>Inter</vt:lpstr>
      <vt:lpstr>Calibri</vt:lpstr>
      <vt:lpstr>Inter Bold</vt:lpstr>
      <vt:lpstr>BRI Corporate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BRI_Presentation Template</dc:title>
  <dc:creator>Muhammad Naufal Raputra</dc:creator>
  <cp:lastModifiedBy>Tio Anta Wibawa</cp:lastModifiedBy>
  <cp:revision>9</cp:revision>
  <dcterms:created xsi:type="dcterms:W3CDTF">2006-08-16T00:00:00Z</dcterms:created>
  <dcterms:modified xsi:type="dcterms:W3CDTF">2026-06-26T04:38:38Z</dcterms:modified>
  <dc:identifier>DAG5uK4dA3c</dc:identifier>
</cp:coreProperties>
</file>